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Xiong 2025, Rodríguez-Rodríguez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Early stopping at patience=15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Longest — compression harder to optimise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 convergence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Fastest mean — attention converges quickly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49039"/>
            <a:ext cx="11430000" cy="9144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1155680" cy="7680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patient. Full results available after experiment re-run completes. Early stopping prevents overfitting — training stops when validation loss does not improve for 15 consecutive epochs.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Xiong et al.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consistently degrade performance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